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ApexPlanet Data Analytics 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Portfolio &amp; Learning Reflection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preparation → Exploratory analysis → Business insights → Dashboarding → Statistical validation →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1–2: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• EDA • Business metrics • Insight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Deep-Dive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framework • Customer segmentation • Interactive dashboard • Sales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Storytelling &amp;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narrative • Stakeholder presentation • Welch t-test • p-value ≈ 0.4950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95% CI for Male − Female mean difference: approximately ₹-9,231.58 to ₹19,079.85</a:t>
            </a:r>
          </a:p>
          <a:p>
            <a:r>
              <a:t>No statistically significant evidence at 5%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• pandas • Matplotlib • Plotly • Statistics • Dashboarding • GitHub • PowerPoint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framing • Documentation • Visual communication • Stakeholder communication • Evidence-based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internship helped me connect technical analysis with business communication and build a complete analytics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[ADD MASTER GITHUB REPOSITORY LINK]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